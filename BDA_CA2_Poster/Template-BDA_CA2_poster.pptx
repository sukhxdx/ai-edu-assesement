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embeddedFontLst>
    <p:embeddedFont>
      <p:font typeface="Arial Black" panose="020B0A04020102020204" pitchFamily="34" charset="0"/>
      <p:regular r:id="rId4"/>
      <p:bold r:id="rId5"/>
    </p:embeddedFont>
    <p:embeddedFont>
      <p:font typeface="Calibri" panose="020F0502020204030204" pitchFamily="34" charset="0"/>
      <p:regular r:id="rId6"/>
      <p:bold r:id="rId7"/>
      <p:italic r:id="rId8"/>
      <p:boldItalic r:id="rId9"/>
    </p:embeddedFont>
    <p:embeddedFont>
      <p:font typeface="Cambria" panose="02040503050406030204" pitchFamily="18" charset="0"/>
      <p:regular r:id="rId10"/>
      <p:bold r:id="rId11"/>
      <p:italic r:id="rId12"/>
      <p:boldItalic r:id="rId13"/>
    </p:embeddedFont>
    <p:embeddedFont>
      <p:font typeface="Verdana" panose="020B0604030504040204" pitchFamily="3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8" roundtripDataSignature="AMtx7miPaGkRQoFSMgDV/uOzOixcyDmN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customschemas.google.com/relationships/presentationmetadata" Target="metadata"/><Relationship Id="rId3" Type="http://schemas.openxmlformats.org/officeDocument/2006/relationships/notesMaster" Target="notesMasters/notesMaster1.xml"/><Relationship Id="rId21" Type="http://schemas.openxmlformats.org/officeDocument/2006/relationships/theme" Target="theme/theme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1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10" Type="http://schemas.openxmlformats.org/officeDocument/2006/relationships/font" Target="fonts/font7.fntdata"/><Relationship Id="rId19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790157A4-0F13-4412-B4B5-8088AB3E6C5C}"/>
              </a:ext>
            </a:extLst>
          </p:cNvPr>
          <p:cNvGrpSpPr/>
          <p:nvPr/>
        </p:nvGrpSpPr>
        <p:grpSpPr>
          <a:xfrm>
            <a:off x="14091" y="28061"/>
            <a:ext cx="12111306" cy="6829939"/>
            <a:chOff x="14091" y="28061"/>
            <a:chExt cx="12111306" cy="6829939"/>
          </a:xfrm>
        </p:grpSpPr>
        <p:sp>
          <p:nvSpPr>
            <p:cNvPr id="25" name="Google Shape;95;p1">
              <a:extLst>
                <a:ext uri="{FF2B5EF4-FFF2-40B4-BE49-F238E27FC236}">
                  <a16:creationId xmlns:a16="http://schemas.microsoft.com/office/drawing/2014/main" id="{15B3EE77-9D84-470B-8694-A9B6197E15F8}"/>
                </a:ext>
              </a:extLst>
            </p:cNvPr>
            <p:cNvSpPr txBox="1"/>
            <p:nvPr/>
          </p:nvSpPr>
          <p:spPr>
            <a:xfrm>
              <a:off x="14091" y="2966138"/>
              <a:ext cx="2478097" cy="4000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u="sng" dirty="0">
                  <a:solidFill>
                    <a:schemeClr val="dk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Project Objectives/Aim </a:t>
              </a:r>
              <a:endParaRPr u="sng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85" name="Google Shape;85;p1"/>
            <p:cNvSpPr/>
            <p:nvPr/>
          </p:nvSpPr>
          <p:spPr>
            <a:xfrm>
              <a:off x="6057774" y="5541165"/>
              <a:ext cx="6067623" cy="96246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Clr>
                  <a:schemeClr val="dk1"/>
                </a:buClr>
                <a:buSzPts val="1600"/>
              </a:pPr>
              <a:r>
                <a:rPr lang="en-US" sz="1050" b="1" u="sng" dirty="0">
                  <a:solidFill>
                    <a:schemeClr val="dk1"/>
                  </a:solidFill>
                </a:rPr>
                <a:t>Students Name (PRN)</a:t>
              </a:r>
              <a:r>
                <a:rPr lang="en-US" sz="1050" dirty="0">
                  <a:solidFill>
                    <a:schemeClr val="dk1"/>
                  </a:solidFill>
                </a:rPr>
                <a:t>  </a:t>
              </a:r>
              <a:r>
                <a:rPr lang="en-US" sz="1000" dirty="0">
                  <a:solidFill>
                    <a:schemeClr val="dk1"/>
                  </a:solidFill>
                </a:rPr>
                <a:t>XXXX(PRN)</a:t>
              </a:r>
            </a:p>
            <a:p>
              <a:pPr>
                <a:buClr>
                  <a:schemeClr val="dk1"/>
                </a:buClr>
                <a:buSzPts val="1600"/>
              </a:pPr>
              <a:endParaRPr lang="en-US" sz="1050" b="1" u="sng" dirty="0">
                <a:solidFill>
                  <a:schemeClr val="dk1"/>
                </a:solidFill>
              </a:endParaRPr>
            </a:p>
            <a:p>
              <a:pPr>
                <a:buClr>
                  <a:schemeClr val="dk1"/>
                </a:buClr>
                <a:buSzPts val="1600"/>
              </a:pPr>
              <a:endParaRPr lang="en-US" sz="1050" b="1" u="sng" dirty="0">
                <a:solidFill>
                  <a:schemeClr val="dk1"/>
                </a:solidFill>
              </a:endParaRPr>
            </a:p>
            <a:p>
              <a:pPr>
                <a:buClr>
                  <a:schemeClr val="dk1"/>
                </a:buClr>
                <a:buSzPts val="1600"/>
              </a:pPr>
              <a:r>
                <a:rPr lang="en-US" sz="1050" b="1" u="sng" dirty="0">
                  <a:solidFill>
                    <a:schemeClr val="dk1"/>
                  </a:solidFill>
                </a:rPr>
                <a:t>Subject Teacher :</a:t>
              </a:r>
              <a:r>
                <a:rPr lang="en-US" sz="1000" dirty="0">
                  <a:solidFill>
                    <a:schemeClr val="dk1"/>
                  </a:solidFill>
                </a:rPr>
                <a:t>XXXX</a:t>
              </a:r>
              <a:endParaRPr lang="en-US" sz="1050" dirty="0">
                <a:solidFill>
                  <a:schemeClr val="dk1"/>
                </a:solidFill>
              </a:endParaRPr>
            </a:p>
            <a:p>
              <a:pPr lvl="0">
                <a:buClr>
                  <a:schemeClr val="dk1"/>
                </a:buClr>
                <a:buSzPts val="1600"/>
              </a:pPr>
              <a:endParaRPr lang="en-US" sz="1050" b="1" dirty="0">
                <a:solidFill>
                  <a:schemeClr val="dk1"/>
                </a:solidFill>
              </a:endParaRPr>
            </a:p>
          </p:txBody>
        </p:sp>
        <p:sp>
          <p:nvSpPr>
            <p:cNvPr id="86" name="Google Shape;86;p1"/>
            <p:cNvSpPr/>
            <p:nvPr/>
          </p:nvSpPr>
          <p:spPr>
            <a:xfrm>
              <a:off x="128268" y="792622"/>
              <a:ext cx="10758559" cy="338514"/>
            </a:xfrm>
            <a:prstGeom prst="rect">
              <a:avLst/>
            </a:prstGeom>
            <a:solidFill>
              <a:srgbClr val="BBD6EE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lvl="0">
                <a:buClr>
                  <a:schemeClr val="dk1"/>
                </a:buClr>
                <a:buSzPts val="1800"/>
              </a:pPr>
              <a:r>
                <a:rPr lang="en-US" sz="1600" b="1" u="sng" dirty="0">
                  <a:solidFill>
                    <a:schemeClr val="dk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Arial Black"/>
                  <a:sym typeface="Arial Black"/>
                </a:rPr>
                <a:t>Title of Project</a:t>
              </a:r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128268" y="1479317"/>
              <a:ext cx="5815331" cy="147729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171450" marR="279400" lvl="0" indent="-171450" algn="just">
                <a:buFont typeface="Wingdings" panose="05000000000000000000" pitchFamily="2" charset="2"/>
                <a:buChar char="q"/>
              </a:pPr>
              <a:r>
                <a:rPr lang="en-US" sz="1200" dirty="0">
                  <a:solidFill>
                    <a:schemeClr val="dk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Font Verdana 12</a:t>
              </a:r>
            </a:p>
            <a:p>
              <a:pPr marR="279400" lvl="0" algn="just"/>
              <a:endParaRPr lang="en-US" sz="1200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  <a:p>
              <a:pPr marR="279400" lvl="0" algn="just"/>
              <a:endParaRPr lang="en-US" sz="1200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  <a:p>
              <a:pPr marR="279400" lvl="0" algn="just"/>
              <a:endParaRPr lang="en-US" sz="1200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  <a:p>
              <a:pPr marR="279400" lvl="0" algn="just"/>
              <a:endParaRPr lang="en-US" sz="1200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  <a:p>
              <a:pPr marR="279400" lvl="0" algn="just"/>
              <a:endParaRPr lang="en-US" sz="1200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  <a:p>
              <a:pPr marL="171450" marR="279400" lvl="0" indent="-171450" algn="just">
                <a:buFont typeface="Wingdings" panose="05000000000000000000" pitchFamily="2" charset="2"/>
                <a:buChar char="q"/>
              </a:pPr>
              <a:endParaRPr lang="en-US" sz="1200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95" name="Google Shape;95;p1"/>
            <p:cNvSpPr txBox="1"/>
            <p:nvPr/>
          </p:nvSpPr>
          <p:spPr>
            <a:xfrm>
              <a:off x="66605" y="1158573"/>
              <a:ext cx="1046440" cy="4000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u="sng" dirty="0">
                  <a:solidFill>
                    <a:schemeClr val="dk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Abstract </a:t>
              </a:r>
              <a:endParaRPr u="sng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143095" y="4476501"/>
              <a:ext cx="3556445" cy="4000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u="sng" dirty="0">
                  <a:solidFill>
                    <a:schemeClr val="dk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Project Working/Methodology</a:t>
              </a:r>
              <a:endParaRPr u="sng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97" name="Google Shape;97;p1"/>
            <p:cNvSpPr txBox="1"/>
            <p:nvPr/>
          </p:nvSpPr>
          <p:spPr>
            <a:xfrm>
              <a:off x="6042949" y="1151569"/>
              <a:ext cx="5184146" cy="4000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lvl="0"/>
              <a:r>
                <a:rPr lang="en-US" u="sng" dirty="0">
                  <a:solidFill>
                    <a:schemeClr val="dk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Screen Shot photos</a:t>
              </a:r>
              <a:r>
                <a:rPr lang="en-US" u="sng" dirty="0">
                  <a:solidFill>
                    <a:schemeClr val="dk1"/>
                  </a:solidFill>
                  <a:latin typeface="Arial Black"/>
                  <a:sym typeface="Arial Black"/>
                </a:rPr>
                <a:t>/ Results/Outcome</a:t>
              </a:r>
              <a:endParaRPr u="sng" dirty="0">
                <a:solidFill>
                  <a:schemeClr val="dk1"/>
                </a:solidFill>
                <a:latin typeface="Arial Black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EF3C5F7-22B6-4B5C-9722-6E7518C4C3D7}"/>
                </a:ext>
              </a:extLst>
            </p:cNvPr>
            <p:cNvSpPr/>
            <p:nvPr/>
          </p:nvSpPr>
          <p:spPr>
            <a:xfrm>
              <a:off x="128268" y="3324526"/>
              <a:ext cx="5815330" cy="120032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marL="171450" indent="-171450" algn="just">
                <a:buFont typeface="Wingdings" panose="05000000000000000000" pitchFamily="2" charset="2"/>
                <a:buChar char="Ø"/>
              </a:pPr>
              <a:r>
                <a:rPr lang="en-US" sz="1200" dirty="0">
                  <a:solidFill>
                    <a:schemeClr val="dk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Font Verdana 12</a:t>
              </a:r>
            </a:p>
            <a:p>
              <a:pPr marL="171450" indent="-171450" algn="just">
                <a:buFont typeface="Wingdings" panose="05000000000000000000" pitchFamily="2" charset="2"/>
                <a:buChar char="Ø"/>
              </a:pPr>
              <a:endParaRPr lang="en-US" sz="1200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  <a:p>
              <a:pPr marL="171450" indent="-171450" algn="just">
                <a:buFont typeface="Wingdings" panose="05000000000000000000" pitchFamily="2" charset="2"/>
                <a:buChar char="Ø"/>
              </a:pPr>
              <a:endParaRPr lang="en-US" sz="1200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  <a:p>
              <a:pPr marL="171450" indent="-171450" algn="just">
                <a:buFont typeface="Wingdings" panose="05000000000000000000" pitchFamily="2" charset="2"/>
                <a:buChar char="Ø"/>
              </a:pPr>
              <a:endParaRPr lang="en-US" sz="1200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  <a:p>
              <a:pPr marL="171450" indent="-171450" algn="just">
                <a:buFont typeface="Wingdings" panose="05000000000000000000" pitchFamily="2" charset="2"/>
                <a:buChar char="Ø"/>
              </a:pPr>
              <a:endParaRPr lang="en-US" sz="1200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  <a:p>
              <a:pPr marL="171450" indent="-171450" algn="just">
                <a:buFont typeface="Wingdings" panose="05000000000000000000" pitchFamily="2" charset="2"/>
                <a:buChar char="Ø"/>
              </a:pPr>
              <a:r>
                <a:rPr lang="en-US" sz="1200" dirty="0">
                  <a:solidFill>
                    <a:schemeClr val="dk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XX</a:t>
              </a:r>
              <a:r>
                <a:rPr lang="en-US" sz="900" b="1" dirty="0">
                  <a:latin typeface="Verdana" panose="020B0604030504040204" pitchFamily="34" charset="0"/>
                  <a:ea typeface="Verdana" panose="020B0604030504040204" pitchFamily="34" charset="0"/>
                </a:rPr>
                <a:t> </a:t>
              </a:r>
              <a:endParaRPr lang="en-IN" sz="900" b="1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7" name="Google Shape;93;p1">
              <a:extLst>
                <a:ext uri="{FF2B5EF4-FFF2-40B4-BE49-F238E27FC236}">
                  <a16:creationId xmlns:a16="http://schemas.microsoft.com/office/drawing/2014/main" id="{B9D769D2-E484-4055-8EFB-CF2B2386F6D3}"/>
                </a:ext>
              </a:extLst>
            </p:cNvPr>
            <p:cNvSpPr txBox="1"/>
            <p:nvPr/>
          </p:nvSpPr>
          <p:spPr>
            <a:xfrm>
              <a:off x="143095" y="4841662"/>
              <a:ext cx="5815329" cy="166196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171450" marR="279400" lvl="0" indent="-171450" algn="just">
                <a:buFont typeface="Wingdings" panose="05000000000000000000" pitchFamily="2" charset="2"/>
                <a:buChar char="q"/>
              </a:pPr>
              <a:r>
                <a:rPr lang="en-US" sz="1200" dirty="0">
                  <a:solidFill>
                    <a:schemeClr val="dk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Font Verdana 12</a:t>
              </a:r>
            </a:p>
            <a:p>
              <a:pPr marL="171450" marR="279400" lvl="0" indent="-171450" algn="just">
                <a:buFont typeface="Wingdings" panose="05000000000000000000" pitchFamily="2" charset="2"/>
                <a:buChar char="q"/>
              </a:pPr>
              <a:endParaRPr lang="en-US" sz="1200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  <a:p>
              <a:pPr marL="171450" marR="279400" lvl="0" indent="-171450" algn="just">
                <a:buFont typeface="Wingdings" panose="05000000000000000000" pitchFamily="2" charset="2"/>
                <a:buChar char="q"/>
              </a:pPr>
              <a:endParaRPr lang="en-US" sz="1200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  <a:p>
              <a:pPr marR="279400" lvl="0" algn="just"/>
              <a:endParaRPr lang="en-US" sz="1200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  <a:p>
              <a:pPr marR="279400" lvl="0" algn="just"/>
              <a:endParaRPr lang="en-US" sz="1200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  <a:p>
              <a:pPr marR="279400" lvl="0" algn="just"/>
              <a:endParaRPr lang="en-US" sz="1200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  <a:p>
              <a:pPr marR="279400" lvl="0" algn="just"/>
              <a:endParaRPr lang="en-US" sz="1200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  <a:p>
              <a:pPr marL="171450" marR="279400" lvl="0" indent="-171450" algn="just">
                <a:buFont typeface="Wingdings" panose="05000000000000000000" pitchFamily="2" charset="2"/>
                <a:buChar char="q"/>
              </a:pPr>
              <a:endParaRPr lang="en-US" sz="1200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795BEC5-F4DF-488C-8CD9-2938BED78D8E}"/>
                </a:ext>
              </a:extLst>
            </p:cNvPr>
            <p:cNvSpPr/>
            <p:nvPr/>
          </p:nvSpPr>
          <p:spPr>
            <a:xfrm>
              <a:off x="6057774" y="1488527"/>
              <a:ext cx="6067621" cy="3388053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605B5F1-299C-4405-A814-87A451E00D92}"/>
                </a:ext>
              </a:extLst>
            </p:cNvPr>
            <p:cNvSpPr/>
            <p:nvPr/>
          </p:nvSpPr>
          <p:spPr>
            <a:xfrm>
              <a:off x="6057774" y="4947120"/>
              <a:ext cx="6067622" cy="564095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F0CDBE6-4D9D-41DF-981C-869BAEC6F862}"/>
                </a:ext>
              </a:extLst>
            </p:cNvPr>
            <p:cNvSpPr/>
            <p:nvPr/>
          </p:nvSpPr>
          <p:spPr>
            <a:xfrm>
              <a:off x="6042949" y="4917171"/>
              <a:ext cx="1798890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100" b="1" u="sng" dirty="0">
                  <a:solidFill>
                    <a:schemeClr val="dk1"/>
                  </a:solidFill>
                </a:rPr>
                <a:t>References: (APA Style)</a:t>
              </a:r>
              <a:endParaRPr lang="en-IN" sz="1100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1602C1F-4076-4227-BE18-1F1B788A8E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16824" y="6619598"/>
              <a:ext cx="4053012" cy="238402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01777A2-E776-4AFA-B824-A927ADC999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040675" y="104068"/>
              <a:ext cx="1084719" cy="962621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DE2338E7-A0C5-43F1-9AA5-6972DC420A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933142" y="28061"/>
              <a:ext cx="4219613" cy="221844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A15DBAB-23C9-4B78-ADAE-E9792CD321CA}"/>
                </a:ext>
              </a:extLst>
            </p:cNvPr>
            <p:cNvSpPr txBox="1"/>
            <p:nvPr/>
          </p:nvSpPr>
          <p:spPr>
            <a:xfrm>
              <a:off x="3834248" y="284389"/>
              <a:ext cx="44470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b="1" dirty="0">
                  <a:solidFill>
                    <a:srgbClr val="993300"/>
                  </a:solidFill>
                </a:rPr>
                <a:t>Department of Artificial Intelligence and Machine Learning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1546A750-390B-4572-B2A1-44E0A77E17A5}"/>
              </a:ext>
            </a:extLst>
          </p:cNvPr>
          <p:cNvSpPr/>
          <p:nvPr/>
        </p:nvSpPr>
        <p:spPr>
          <a:xfrm>
            <a:off x="4545735" y="505948"/>
            <a:ext cx="310052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Big Data Analytics Poster AY 2026-27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61</Words>
  <Application>Microsoft Office PowerPoint</Application>
  <PresentationFormat>Widescreen</PresentationFormat>
  <Paragraphs>29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Verdana</vt:lpstr>
      <vt:lpstr>Arial</vt:lpstr>
      <vt:lpstr>Calibri</vt:lpstr>
      <vt:lpstr>Cambria</vt:lpstr>
      <vt:lpstr>Arial Black</vt:lpstr>
      <vt:lpstr>Wingdings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Paresh Nasikkar</dc:creator>
  <cp:lastModifiedBy>CL508_01</cp:lastModifiedBy>
  <cp:revision>23</cp:revision>
  <dcterms:created xsi:type="dcterms:W3CDTF">2024-02-14T10:30:05Z</dcterms:created>
  <dcterms:modified xsi:type="dcterms:W3CDTF">2026-08-17T09:04:17Z</dcterms:modified>
</cp:coreProperties>
</file>